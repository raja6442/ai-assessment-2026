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12524A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5120640"/>
            <a:ext cx="2743200" cy="2743200"/>
          </a:xfrm>
          <a:prstGeom prst="ellipse">
            <a:avLst/>
          </a:prstGeom>
          <a:solidFill>
            <a:srgbClr val="1252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Utility-Based Agent for E-Commerce Recommendations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Arava Raja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192365033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Utility-Based Agent?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agent that evaluates every candidate product against a shopper's profile and context, assigns each one a scalar utility value reflecting expected satisfaction, and selects the option(s) that maximize that expected utility — continuously refining the utility function from real feedback.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behaves like a skilled personal shopper: weighing price, relevance, and fit at once, not just matching keywords.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0" y="1234440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78040" y="11795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78040" y="149047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browsing history, purchase patterns, ratings, and real-time context (device, time, location).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37960" y="240487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350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66090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utility function combining relevance, price sensitivity, brand affinity, and diversity.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575304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78040" y="383133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candidate product and ranks them by expected utility.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4745736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4690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&amp; Adapts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78040" y="500176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top recommendations and updates the utility function from clicks, purchases, and returns.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| E-COMMERCE RECOMMENDATIONS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Simple Matching Isn't Enough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pure collaborative-filtering recommenders treat every match as equally good — ignoring the trade-offs a real shopper actually weighs before clicking “buy.”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EE7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is treated as equally desirable, ignoring price, urgency, or brand-loyalty differences.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EE7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6060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8404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dominate results, drowning out items better suited to a specific shopper.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EE7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6060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Preferences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assume yesterday's taste still holds today, missing shifts in budget or intent.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EE7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60604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Trade-off Reasoning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38404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can't balance competing goals like “cheap” vs “premium” vs “fast delivery.”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| E-COMMERCE RECOMMENDATIONS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Four Core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3B3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84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5603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 broad pool of relevant products from the catalog and user history via large-scale vector retrieval.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63824" y="306324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3B36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1984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84448" y="25603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4448" y="315468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candidate on weighted features: relevance, price fit, brand affinity, diversity, and urgency.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98464" y="306324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3B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984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19088" y="25603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Selection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19088" y="315468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candidates by expected utility and applies business constraints — inventory, margin, diversity.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33104" y="306324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52560" y="17830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E3B36"/>
          </a:solidFill>
          <a:ln/>
        </p:spPr>
      </p:sp>
      <p:sp>
        <p:nvSpPr>
          <p:cNvPr id="20" name="Text 18"/>
          <p:cNvSpPr/>
          <p:nvPr/>
        </p:nvSpPr>
        <p:spPr>
          <a:xfrm>
            <a:off x="9253728" y="1984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53728" y="25603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Learning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53728" y="3154680"/>
            <a:ext cx="22037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clicks, purchases, returns, and dwell time to continuously retrain the utility weights.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modules run in a continuous loop — each interaction updates the utility model and informs the next recommendation.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| E-COMMERCE RECOMMENDATIONS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Utility Optimization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3591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session context, browsing signals, and query intent.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19172" y="31546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97480" y="21031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1860" y="23591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34518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383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utility value for every candidate using the current model.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8012" y="31546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1031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00700" y="23591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560070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383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candidates by expected utility, applying diversity and business rules.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6852" y="31546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21031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7F3F1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49540" y="23591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/>
          <p:nvPr/>
        </p:nvSpPr>
        <p:spPr>
          <a:xfrm>
            <a:off x="77495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3383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top-N products across the storefront, app, or email.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65692" y="31546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0" y="21031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1B998B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8380" y="23591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8983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28116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81160" y="33832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outcome — click, purchase, or skip — and update the utility weights.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| E-COMMERCE RECOMMENDATIONS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E7F3F1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multiple competing factors — price, relevance, diversity — in one score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recommendations as preferences and inventory shift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conversion and average order value through better fit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personalization across millions of shoppers and SKUs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(margin, stock) plug directly into the utility function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DEEE7"/>
          </a:solidFill>
          <a:ln w="9525">
            <a:solidFill>
              <a:srgbClr val="DCE7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20240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920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right utility weights requires careful tuning and experimentation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every candidate at scale is computationally expensive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Over-optimizing for utility can create filter bubbles that narrow discovery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can amplify existing popularity or bias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“why this was recommended” is harder with a learned 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| E-COMMERCE RECOMMENDATIONS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291840" cy="3291840"/>
          </a:xfrm>
          <a:prstGeom prst="ellipse">
            <a:avLst/>
          </a:prstGeom>
          <a:solidFill>
            <a:srgbClr val="125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frameworks: XGBoost / TensorFlow / PyTorch for utility scoring models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large-scale event streaming (Kafka/Spark) + a feature store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layer: vector search (FAISS/ANN) for candidate generation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layer: low-latency ranking API with an A/B testing framework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524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utility-based agent turns raw shopper signals into a single, comparable score per product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sense–score–rank–recommend–learn loop keeps recommendations current as preferences shift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constraints — price, inventory, margin — integrate directly into the utility function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personalized recommendations that balance shopper satisfaction with business goals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| E-COMMERCE RECOMMENDATIONS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2026-08-25T15:41:54Z</dcterms:created>
  <dcterms:modified xsi:type="dcterms:W3CDTF">2026-08-25T15:41:54Z</dcterms:modified>
</cp:coreProperties>
</file>